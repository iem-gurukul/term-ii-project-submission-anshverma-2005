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Cricket Player Statistics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Java-based project to manage cricket player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tracking of player stats is difficult and inefficient.</a:t>
            </a:r>
          </a:p>
          <a:p>
            <a:r>
              <a:t>This project automates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player data</a:t>
            </a:r>
          </a:p>
          <a:p>
            <a:r>
              <a:t>• Calculate batting average</a:t>
            </a:r>
          </a:p>
          <a:p>
            <a:r>
              <a:t>• Display stats</a:t>
            </a:r>
          </a:p>
          <a:p>
            <a:r>
              <a:t>• Identify all-rounders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&amp; Object</a:t>
            </a:r>
          </a:p>
          <a:p>
            <a:r>
              <a:t>• Encapsulation</a:t>
            </a:r>
          </a:p>
          <a:p>
            <a:r>
              <a:t>•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Player class stores data</a:t>
            </a:r>
          </a:p>
          <a:p>
            <a:r>
              <a:t>Main class creates objects</a:t>
            </a:r>
          </a:p>
          <a:p>
            <a:r>
              <a:t>Methods display stats and calculate average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player name, matches, runs, wickets and average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effective use of Java OOP concepts for real-world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